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Load Harness vs Passive Skill Listing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F5F7FA"/>
          </a:solidFill>
          <a:ln w="25400">
            <a:solidFill>
              <a:srgbClr val="9AA4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21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SkillLoadHarness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474720" cy="1920240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25400">
            <a:solidFill>
              <a:srgbClr val="9AA4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
</a:t>
            </a:r>
            <a:pPr algn="ctr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Skill Evaluation Protocol:
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Phase 1: QUICK SCREEN
</a:t>
            </a:r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Gate question
  → Default: NO
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Phase 2: EVALUATE
</a:t>
            </a:r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Per-skill YES/NO
  → Explicit reasoning
</a:t>
            </a:r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Phase 3: IMPLEMENT
</a:t>
            </a:r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Execute with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loaded guidance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880360"/>
            <a:ext cx="914" cy="320040"/>
          </a:xfrm>
          <a:prstGeom prst="line">
            <a:avLst/>
          </a:prstGeom>
          <a:noFill/>
          <a:ln w="1905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E3F2FD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evaluation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FP and FN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703320"/>
            <a:ext cx="914" cy="320040"/>
          </a:xfrm>
          <a:prstGeom prst="line">
            <a:avLst/>
          </a:prstGeom>
          <a:noFill/>
          <a:ln w="1905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4023360"/>
            <a:ext cx="3474720" cy="1508760"/>
          </a:xfrm>
          <a:prstGeom prst="roundRect">
            <a:avLst>
              <a:gd name="adj" fmla="val 6061"/>
            </a:avLst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+  Quick Screen gates
</a:t>
            </a:r>
            <a:pPr algn="ctr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irrelevant tasks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+  Explicit per-skill eval
</a:t>
            </a:r>
            <a:pPr algn="ctr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forces consideration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+  Auditable YES/NO
</a:t>
            </a:r>
            <a:pPr algn="ctr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with reasoning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59436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FAFAFA"/>
          </a:solidFill>
          <a:ln w="25400">
            <a:solidFill>
              <a:srgbClr val="C9D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621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Skill Listing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96012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C9D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960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
</a:t>
            </a:r>
            <a:pPr algn="ctr"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Available Skills:
</a:t>
            </a:r>
            <a:pPr algn="ctr" indent="0" marL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Skill 1: desc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Skill 2: desc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...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Skill N: desc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148840"/>
            <a:ext cx="914" cy="228600"/>
          </a:xfrm>
          <a:prstGeom prst="line">
            <a:avLst/>
          </a:prstGeom>
          <a:noFill/>
          <a:ln w="1905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237744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ECEFF1"/>
          </a:solidFill>
          <a:ln w="15240">
            <a:solidFill>
              <a:srgbClr val="B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774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evaluation protocol.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gate question.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reasoning.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971800"/>
            <a:ext cx="914" cy="228600"/>
          </a:xfrm>
          <a:prstGeom prst="line">
            <a:avLst/>
          </a:prstGeom>
          <a:noFill/>
          <a:ln w="1905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32004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E3F2FD"/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 </a:t>
            </a:r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implicitly</a:t>
            </a:r>
            <a:pPr algn="ctr" indent="0" marL="0">
              <a:lnSpc>
                <a:spcPts val="1300"/>
              </a:lnSpc>
              <a:buNone/>
            </a:pP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skills to read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3703320"/>
            <a:ext cx="914" cy="228600"/>
          </a:xfrm>
          <a:prstGeom prst="line">
            <a:avLst/>
          </a:prstGeom>
          <a:noFill/>
          <a:ln w="19050">
            <a:solidFill>
              <a:srgbClr val="9AA4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3931920"/>
            <a:ext cx="3474720" cy="1508760"/>
          </a:xfrm>
          <a:prstGeom prst="roundRect">
            <a:avLst>
              <a:gd name="adj" fmla="val 6061"/>
            </a:avLst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93192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x  Over-activation (FP)
</a:t>
            </a:r>
            <a:pPr algn="ctr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might be useful bias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x  Under-activation (FN)
</a:t>
            </a:r>
            <a:pPr algn="ctr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skills overlooked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x  No reasoning trace
</a:t>
            </a:r>
            <a:pPr algn="ctr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opaque decisions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DeepMAST — Skill Evaluation Benchmark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Load Harness Comparison</dc:title>
  <dc:subject>PptxGenJS Presentation</dc:subject>
  <dc:creator>DeepMAST</dc:creator>
  <cp:lastModifiedBy>DeepMAST</cp:lastModifiedBy>
  <cp:revision>1</cp:revision>
  <dcterms:created xsi:type="dcterms:W3CDTF">2026-03-24T21:16:46Z</dcterms:created>
  <dcterms:modified xsi:type="dcterms:W3CDTF">2026-03-24T21:16:46Z</dcterms:modified>
</cp:coreProperties>
</file>